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9" r:id="rId20"/>
    <p:sldId id="263" r:id="rId9"/>
    <p:sldId id="264" r:id="rId10"/>
    <p:sldId id="265" r:id="rId11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unny_macbook/.claude/skills/sebang-deck/assets/sebang_wordmar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463040" cy="3129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8961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2AA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창원품질경영팀 · 임원 보고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1488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97A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창원품질경영팀 · 임원 보고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560320"/>
            <a:ext cx="1060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시험 전에</a:t>
            </a:r>
            <a:endParaRPr lang="en-US" sz="3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합격 여부를 미리 맞힌다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206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0D0C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SPC 공정 데이터를 올리면 사람 작업 없이 포화도와 제품 성능(20시간 용량·저온 시동 성능)을 자동으로 예측하는 프로그램. 아래 숫자는 더미(연습용) 데이터 기준 채점 결과다.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4983480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333F48"/>
          </a:solidFill>
          <a:ln w="6350">
            <a:solidFill>
              <a:srgbClr val="A2AAAD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731520" y="5029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97A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95%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5532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0D0C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포화도 합격/불합격 일치 (57/60)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00400" y="4983480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333F48"/>
          </a:solidFill>
          <a:ln w="6350">
            <a:solidFill>
              <a:srgbClr val="A2AAAD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3383280" y="5029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97A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86.7%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3383280" y="5532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0D0C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20시간 용량 일치 (52/60) · 기준 90% 미달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852160" y="4983480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333F48"/>
          </a:solidFill>
          <a:ln w="6350">
            <a:solidFill>
              <a:srgbClr val="A2AAAD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6035040" y="5029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97A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90% 이상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6035040" y="5532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0D0C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저온 시동 성능 2종 (27/30 · 28/30)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05332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2AA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 창원품질경영팀 김경준 주임        구성  직접 발표 + 영상(약 2분 37초)        일자  2026-10-21</a:t>
            </a: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545775" y="64008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2AA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/ 13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unny_macbook/.claude/skills/sebang-deck/assets/sebang_wordmark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868680" cy="18580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572768" y="256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창원품질경영팀 · 임원 보고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창원품질경영팀 김경준 주임  ·  AI 포화도 예측  ·  발표 대본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545775" y="64008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/ 13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58368"/>
            <a:ext cx="110944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순서와 시간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152144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A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발표 → 영상 → 직접 발표, 합계 약 3분 45초(직접 발표는 짧게)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22960" y="2834640"/>
            <a:ext cx="10545775" cy="0"/>
          </a:xfrm>
          <a:prstGeom prst="line">
            <a:avLst/>
          </a:prstGeom>
          <a:noFill/>
          <a:ln w="25400">
            <a:solidFill>
              <a:srgbClr val="D0D0CE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667512" y="2679192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33F48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-365760" y="21488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0:00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-365760" y="3154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오프닝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-365760" y="3547872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발표 15초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867512" y="2679192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33F48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2834240" y="21488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0:15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834240" y="3154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필요한가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2834240" y="3547872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발표 25초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067512" y="2679192"/>
            <a:ext cx="310896" cy="310896"/>
          </a:xfrm>
          <a:prstGeom prst="ellipse">
            <a:avLst/>
          </a:prstGeom>
          <a:solidFill>
            <a:srgbClr val="006A76"/>
          </a:solidFill>
          <a:ln w="19050">
            <a:solidFill>
              <a:srgbClr val="006A76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 txBox="1"/>
          <p:nvPr/>
        </p:nvSpPr>
        <p:spPr>
          <a:xfrm>
            <a:off x="6034240" y="21488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A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0:40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034240" y="3154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재생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6034240" y="3547872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 · 95% · 시연 · 추가 기능 · 확장 예측 · 정리 2분 37초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10267512" y="2679192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33F48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 txBox="1"/>
          <p:nvPr/>
        </p:nvSpPr>
        <p:spPr>
          <a:xfrm>
            <a:off x="9234240" y="21488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3:17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9234240" y="3154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부족한 점·앞으로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9234240" y="3547872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발표 25초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unny_macbook/.claude/skills/sebang-deck/assets/sebang_wordmark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868680" cy="18580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572768" y="256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창원품질경영팀 · 임원 보고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창원품질경영팀 김경준 주임  ·  AI 포화도 예측  ·  발표 대본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545775" y="64008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/ 13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58368"/>
            <a:ext cx="110944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오프닝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152144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A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결론부터 — 시험 전에 합격 여부를 95% 맞힌다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664208"/>
            <a:ext cx="5410048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0D0CE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749808" y="1847088"/>
            <a:ext cx="500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6A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발표 · 1/2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2103120"/>
            <a:ext cx="5007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앞부분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49808" y="2724912"/>
            <a:ext cx="5007712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안녕하세요, 창원품질경영팀 김경준입니다. 시험 결과를 시험하기 전에 미리 맞히는 프로그램을 소개합니다.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233008" y="1664208"/>
            <a:ext cx="5410048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0D0CE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6434176" y="1847088"/>
            <a:ext cx="500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6A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발표 · 2/2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6434176" y="2103120"/>
            <a:ext cx="5007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끝부분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434176" y="2724912"/>
            <a:ext cx="5007712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합격인지 불합격인지를 95% 맞혔고, 어떻게 만들었고 무엇이 부족한지 보여드리겠습니다.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5138928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333F48"/>
          </a:solidFill>
          <a:ln w="12700">
            <a:solidFill>
              <a:srgbClr val="333F48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822960" y="5138928"/>
            <a:ext cx="10545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— 타이틀 카드 + "95%"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unny_macbook/.claude/skills/sebang-deck/assets/sebang_wordmark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868680" cy="18580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572768" y="256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창원품질경영팀 · 임원 보고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창원품질경영팀 김경준 주임  ·  AI 포화도 예측  ·  발표 대본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545775" y="64008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/ 13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58368"/>
            <a:ext cx="110944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왜 필요한가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152144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A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시험 결과를 기다리는 동안에도 제품은 계속 만들어진다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664208"/>
            <a:ext cx="5410048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0D0CE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749808" y="1847088"/>
            <a:ext cx="500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6A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발표 · 1/2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2103120"/>
            <a:ext cx="5007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앞부분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49808" y="2724912"/>
            <a:ext cx="5007712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배터리 성능인 20시간 용량과 저온 시동 성능은 시험이 끝나야 알 수 있고, 그동안에도 같은 조건의 제품은 계속 만들어집니다.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233008" y="1664208"/>
            <a:ext cx="5410048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0D0CE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6434176" y="1847088"/>
            <a:ext cx="500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6A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발표 · 2/2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6434176" y="2103120"/>
            <a:ext cx="5007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끝부분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434176" y="2724912"/>
            <a:ext cx="5007712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미달이 나오면 이미 많이 만든 뒤입니다. 그래서 시험을 기다리지 않고, 만들 때의 조건만으로 미리 알 수 없을까 생각했습니다.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5138928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333F48"/>
          </a:solidFill>
          <a:ln w="12700">
            <a:solidFill>
              <a:srgbClr val="333F48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822960" y="5138928"/>
            <a:ext cx="10545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— 시험 대기 도식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unny_macbook/.claude/skills/sebang-deck/assets/sebang_wordmark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868680" cy="18580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572768" y="256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창원품질경영팀 · 임원 보고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창원품질경영팀 김경준 주임  ·  AI 포화도 예측  ·  발표 대본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545775" y="64008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/ 13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58368"/>
            <a:ext cx="110944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어떻게 만들었나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152144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A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업로드만 하면 사람 작업 없이 포화도 예측 → 제품 성능 확인이 자동으로 이어진다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664208"/>
            <a:ext cx="3515258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0D0CE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749808" y="1847088"/>
            <a:ext cx="31129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6A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나레이션 · 1/3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2103120"/>
            <a:ext cx="31129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앞부분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49808" y="2724912"/>
            <a:ext cx="3112922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방법은 단순합니다. SPC에 입력되어 관리되는 공정 데이터를 올리기만 하면, 사람이 계산하지 않아도 자동으로 예측이 이어집니다.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338218" y="1664208"/>
            <a:ext cx="3515258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0D0CE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4539386" y="1847088"/>
            <a:ext cx="31129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6A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나레이션 · 2/3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39386" y="2103120"/>
            <a:ext cx="31129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4539386" y="2724912"/>
            <a:ext cx="3112922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전해액이 얼마나 잘 채워졌는지, 즉 포화도를 예측합니다.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8127797" y="1664208"/>
            <a:ext cx="3515258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0D0CE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8328965" y="1847088"/>
            <a:ext cx="31129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6A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나레이션 · 3/3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8328965" y="2103120"/>
            <a:ext cx="31129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끝부분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328965" y="2724912"/>
            <a:ext cx="3112922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결과로 20시간 용량과 저온 시동 성능, 즉 제품의 성능을 확인합니다.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48640" y="5138928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333F48"/>
          </a:solidFill>
          <a:ln w="12700">
            <a:solidFill>
              <a:srgbClr val="333F48"/>
            </a:solidFill>
            <a:prstDash val="solid"/>
          </a:ln>
        </p:spPr>
        <p:txBody>
          <a:bodyPr/>
          <a:p/>
        </p:txBody>
      </p:sp>
      <p:sp>
        <p:nvSpPr>
          <p:cNvPr id="21" name="Text 18"/>
          <p:cNvSpPr txBox="1"/>
          <p:nvPr/>
        </p:nvSpPr>
        <p:spPr>
          <a:xfrm>
            <a:off x="822960" y="5138928"/>
            <a:ext cx="10545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— SPC 공정 데이터 업로드 → 포화도 → 제품 성능 도식(클릭 한 번·자동)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unny_macbook/.claude/skills/sebang-deck/assets/sebang_wordmark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868680" cy="18580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572768" y="256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창원품질경영팀 · 임원 보고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창원품질경영팀 김경준 주임  ·  AI 포화도 예측  ·  발표 대본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545775" y="64008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/ 13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58368"/>
            <a:ext cx="110944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 95%는 어떻게 쟀나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152144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A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외운 문제가 아니라 처음 보는 60건으로 채점했다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664208"/>
            <a:ext cx="3515258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0D0CE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749808" y="1847088"/>
            <a:ext cx="31129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6A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나레이션 · 1/3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2103120"/>
            <a:ext cx="31129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앞부분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49808" y="2724912"/>
            <a:ext cx="3112922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그럼 95%는 어떻게 쟀을까요. 시험을 마친 제품 300건 가운데 240건으로 프로그램을 가르쳤습니다. 그리고 한 번도 보여주지 않은 60건으로 시험을 쳤습니다. 외운 문제를 다시 푸는 것이 아니라, 처음 보는 문제를 푸는 방식입니다.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338218" y="1664208"/>
            <a:ext cx="3515258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0D0CE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4539386" y="1847088"/>
            <a:ext cx="31129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6A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나레이션 · 2/3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39386" y="2103120"/>
            <a:ext cx="31129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4539386" y="2724912"/>
            <a:ext cx="3112922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채점 기준은 점수 차이가 아니라, 합격인지 불합격인지가 실제와 같은가입니다. 60건 중 57건이 맞았고, 이것이 95%입니다.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8127797" y="1664208"/>
            <a:ext cx="3515258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0D0CE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8328965" y="1847088"/>
            <a:ext cx="31129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6A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나레이션 · 3/3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8328965" y="2103120"/>
            <a:ext cx="31129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끝부분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328965" y="2724912"/>
            <a:ext cx="3112922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저희는 90%를 넘으면 믿을 만하다고 기준을 정했는데, 포화도는 이 기준을 넘었습니다. 저온 시동 성능 두 가지도 90%와 93%로 기준을 충족했습니다.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48640" y="5138928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333F48"/>
          </a:solidFill>
          <a:ln w="12700">
            <a:solidFill>
              <a:srgbClr val="333F48"/>
            </a:solidFill>
            <a:prstDash val="solid"/>
          </a:ln>
        </p:spPr>
        <p:txBody>
          <a:bodyPr/>
          <a:p/>
        </p:txBody>
      </p:sp>
      <p:sp>
        <p:nvSpPr>
          <p:cNvPr id="21" name="Text 18"/>
          <p:cNvSpPr txBox="1"/>
          <p:nvPr/>
        </p:nvSpPr>
        <p:spPr>
          <a:xfrm>
            <a:off x="822960" y="5138928"/>
            <a:ext cx="10545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— 240건/60건 분할 도식 → 57/60 카운트업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unny_macbook/.claude/skills/sebang-deck/assets/sebang_wordmark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868680" cy="18580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572768" y="256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창원품질경영팀 · 임원 보고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창원품질경영팀 김경준 주임  ·  AI 포화도 예측  ·  발표 대본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545775" y="64008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 / 13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58368"/>
            <a:ext cx="110944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 화면 시연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152144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A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조건을 바꾸면 결과가 바로 다시 계산된다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664208"/>
            <a:ext cx="5410048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0D0CE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749808" y="1847088"/>
            <a:ext cx="500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6A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나레이션 · 1/2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2103120"/>
            <a:ext cx="5007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앞부분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49808" y="2724912"/>
            <a:ext cx="5007712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화면으로 보겠습니다. 공정 데이터를 올리면 시험 결과와 자동으로 짝지어집니다. 대시보드에서는 전체 평균과 합격 현황이 한눈에 보입니다. 공정 조건을 바꿔 입력하면 포화도와 용량이 바로 다시 계산되고, 합격선과 비교한 결과가 나옵니다.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233008" y="1664208"/>
            <a:ext cx="5410048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0D0CE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6434176" y="1847088"/>
            <a:ext cx="500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6A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나레이션 · 2/2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6434176" y="2103120"/>
            <a:ext cx="5007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끝부분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434176" y="2724912"/>
            <a:ext cx="5007712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불합격이 예상되면 어떤 조건의 영향이 큰지 순서대로 보여줘서, 무엇을 고쳐야 하는지 바로 알 수 있습니다.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5138928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333F48"/>
          </a:solidFill>
          <a:ln w="12700">
            <a:solidFill>
              <a:srgbClr val="333F48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822960" y="5138928"/>
            <a:ext cx="10545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— 실제 웹앱 녹화(업로드·대시보드·조건 변경 예측)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/Users/junny_macbook/.claude/skills/sebang-deck/assets/sebang_wordmark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868680" cy="18580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572768" y="256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창원품질경영팀 · 임원 보고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창원품질경영팀 김경준 주임  ·  AI 포화도 예측  ·  발표 대본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545775" y="64008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 / 13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58368"/>
            <a:ext cx="110944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5-2. 추가 기능 소개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152144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A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미리보기 · 한 번에 분석 · 신뢰도 · 원인 조건까지 실제 화면으로 확인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664208"/>
            <a:ext cx="3515258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0D0CE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749808" y="1847088"/>
            <a:ext cx="31129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6A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나레이션 · 1/3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2103120"/>
            <a:ext cx="31129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앞부분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49808" y="2724912"/>
            <a:ext cx="3112922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추가로 기능을 소개해 드리겠습니다. 파일을 고르면 저장하기 전에 미리보기로 먼저 확인합니다.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338218" y="1664208"/>
            <a:ext cx="3515258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0D0CE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4539386" y="1847088"/>
            <a:ext cx="31129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6A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나레이션 · 2/3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39386" y="2103120"/>
            <a:ext cx="31129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4539386" y="2724912"/>
            <a:ext cx="3112922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분석은 버튼 한 번이면 끝나고, 예측이 믿을 만한지도 신뢰 기준과 비교해 바로 알려 줍니다. 상세 화면에서는 포화도, 20시간 용량, 저온 시동 성능의 합격 현황을 한눈에 보고,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8127797" y="1664208"/>
            <a:ext cx="3515258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0D0CE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8328965" y="1847088"/>
            <a:ext cx="31129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6A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나레이션 · 3/3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8328965" y="2103120"/>
            <a:ext cx="31129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끝부분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328965" y="2724912"/>
            <a:ext cx="3112922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기준에 못 미친 제품은 원인이 되는 조건 세 가지까지 바로 짚어 줍니다. 형명별, 바이어별로 좁혀 보는 것도 클릭 한 번입니다.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48640" y="5138928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333F48"/>
          </a:solidFill>
          <a:ln w="12700">
            <a:solidFill>
              <a:srgbClr val="333F48"/>
            </a:solidFill>
            <a:prstDash val="solid"/>
          </a:ln>
        </p:spPr>
        <p:txBody>
          <a:bodyPr/>
          <a:p/>
        </p:txBody>
      </p:sp>
      <p:sp>
        <p:nvSpPr>
          <p:cNvPr id="21" name="Text 18"/>
          <p:cNvSpPr txBox="1"/>
          <p:nvPr/>
        </p:nvSpPr>
        <p:spPr>
          <a:xfrm>
            <a:off x="822960" y="5138928"/>
            <a:ext cx="10545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— 실제 웹앱 녹화(업로드 미리보기 · 분석 실행 · 상세 분석 · 미달 원인 · 형명별)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unny_macbook/.claude/skills/sebang-deck/assets/sebang_wordmark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868680" cy="18580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572768" y="256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창원품질경영팀 · 임원 보고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창원품질경영팀 김경준 주임  ·  AI 포화도 예측  ·  발표 대본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545775" y="64008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 / 13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58368"/>
            <a:ext cx="110944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6. 시험 없이 나머지 로트까지 (확장 예측)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152144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A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시험을 여러 번 돌리지 않아도 전체 로트의 결과를 한 번에 확인한다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664208"/>
            <a:ext cx="5410048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0D0CE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749808" y="1847088"/>
            <a:ext cx="500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6A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나레이션 · 1/2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2103120"/>
            <a:ext cx="5007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앞부분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49808" y="2724912"/>
            <a:ext cx="5007712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그리고 이것이 가장 큰 장점입니다. 성능 시험을 마친 제품으로 학습해서, 아직 시험하지 않은 나머지 로트의 20시간 용량까지 미리 예측합니다.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233008" y="1664208"/>
            <a:ext cx="5410048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0D0CE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6434176" y="1847088"/>
            <a:ext cx="500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6A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나레이션 · 2/2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6434176" y="2103120"/>
            <a:ext cx="5007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끝부분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434176" y="2724912"/>
            <a:ext cx="5007712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그래서 시험을 여러 번 돌리지 않아도, 공정 데이터만 올리면 전체 로트의 결과를 한 번에 확인할 수 있습니다.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5138928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333F48"/>
          </a:solidFill>
          <a:ln w="12700">
            <a:solidFill>
              <a:srgbClr val="333F48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822960" y="5138928"/>
            <a:ext cx="10545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— 300건 학습 → 4,692건 예측 도식 + 시험 전 로트 일괄 예측 화면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unny_macbook/.claude/skills/sebang-deck/assets/sebang_wordmark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868680" cy="18580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572768" y="256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창원품질경영팀 · 임원 보고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창원품질경영팀 김경준 주임  ·  AI 포화도 예측  ·  발표 대본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545775" y="64008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/ 13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58368"/>
            <a:ext cx="110944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 정리: 얻는 것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152144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A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결과를 기다리지 않고 만들 때 알 수 있다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664208"/>
            <a:ext cx="11094415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0D0CE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749808" y="1847088"/>
            <a:ext cx="1069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6A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나레이션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2103120"/>
            <a:ext cx="1069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얻는 것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49808" y="2724912"/>
            <a:ext cx="10692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정리하면, 데이터만 올리면 합격 여부를 미리 알고, 시험하지 않은 로트까지 한 번에 확인하고, 고칠 조건까지 바로 알 수 있습니다.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5138928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333F48"/>
          </a:solidFill>
          <a:ln w="12700">
            <a:solidFill>
              <a:srgbClr val="333F48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822960" y="5138928"/>
            <a:ext cx="10545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— 얻는 것 3가지 카드 (마지막 장면)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unny_macbook/.claude/skills/sebang-deck/assets/sebang_wordmark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868680" cy="18580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572768" y="256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창원품질경영팀 · 임원 보고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창원품질경영팀 김경준 주임  ·  AI 포화도 예측  ·  발표 대본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545775" y="64008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/ 13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58368"/>
            <a:ext cx="110944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 부족한 점과 앞으로의 변화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152144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A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용량 예측은 아직 기준 미달 — 숨기지 않고 공개하고, 현장 데이터로 개선한다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664208"/>
            <a:ext cx="3515258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0D0CE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749808" y="1847088"/>
            <a:ext cx="31129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6A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발표 · 1/3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2103120"/>
            <a:ext cx="31129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부족한 점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49808" y="2724912"/>
            <a:ext cx="3112922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부족한 점도 있습니다. 20시간 용량은 86.7%로 기준 90%에 못 미쳤고, 지금은 연습용 가상 데이터라 현장에서 95%가 그대로 나온다고 말씀드릴 수는 없습니다.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338218" y="1664208"/>
            <a:ext cx="3515258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0D0CE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4539386" y="1847088"/>
            <a:ext cx="31129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6A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발표 · 2/3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39386" y="2103120"/>
            <a:ext cx="31129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앞으로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4539386" y="2724912"/>
            <a:ext cx="3112922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앞으로 실제 데이터로 다시 검증하고, 시험 결과가 쌓일 때마다 다시 배우게 하겠습니다.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8127797" y="1664208"/>
            <a:ext cx="3515258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0D0CE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8328965" y="1847088"/>
            <a:ext cx="31129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6A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발표 · 3/3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8328965" y="2103120"/>
            <a:ext cx="31129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마무리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328965" y="2724912"/>
            <a:ext cx="3112922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'시험 후에 대응하는 품질'에서 '만들 때 미리 막는 품질'로 바꾸겠습니다. 감사합니다.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48640" y="5138928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333F48"/>
          </a:solidFill>
          <a:ln w="12700">
            <a:solidFill>
              <a:srgbClr val="333F48"/>
            </a:solidFill>
            <a:prstDash val="solid"/>
          </a:ln>
        </p:spPr>
        <p:txBody>
          <a:bodyPr/>
          <a:p/>
        </p:txBody>
      </p:sp>
      <p:sp>
        <p:nvSpPr>
          <p:cNvPr id="21" name="Text 18"/>
          <p:cNvSpPr txBox="1"/>
          <p:nvPr/>
        </p:nvSpPr>
        <p:spPr>
          <a:xfrm>
            <a:off x="822960" y="5138928"/>
            <a:ext cx="10545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— 항목별 일치율 표(용량 86.7% 강조) → 마무리 카드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unny_macbook/.claude/skills/sebang-deck/assets/sebang_wordmark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868680" cy="18580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572768" y="256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창원품질경영팀 · 임원 보고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창원품질경영팀 김경준 주임  ·  AI 포화도 예측  ·  발표 대본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545775" y="64008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/ 13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58368"/>
            <a:ext cx="110944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 근거 (질문 대비)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152144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A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수치는 더미 데이터 기준이며, 학습에 쓰지 않은 표본으로 채점했다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627632"/>
            <a:ext cx="3515258" cy="1481328"/>
          </a:xfrm>
          <a:prstGeom prst="roundRect">
            <a:avLst>
              <a:gd name="adj" fmla="val 4938"/>
            </a:avLst>
          </a:prstGeom>
          <a:solidFill>
            <a:srgbClr val="F6F6F5"/>
          </a:solidFill>
          <a:ln w="12700">
            <a:solidFill>
              <a:srgbClr val="F6F6F5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777240" y="1755648"/>
            <a:ext cx="30580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신뢰 기준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029968"/>
            <a:ext cx="305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합격/불합격 일치율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2340864"/>
            <a:ext cx="30580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6A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90% 이상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4338218" y="1627632"/>
            <a:ext cx="3515258" cy="1481328"/>
          </a:xfrm>
          <a:prstGeom prst="roundRect">
            <a:avLst>
              <a:gd name="adj" fmla="val 4938"/>
            </a:avLst>
          </a:prstGeom>
          <a:solidFill>
            <a:srgbClr val="F6F6F5"/>
          </a:solidFill>
          <a:ln w="12700">
            <a:solidFill>
              <a:srgbClr val="F6F6F5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4566818" y="1755648"/>
            <a:ext cx="30580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학습 / 검증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66818" y="2029968"/>
            <a:ext cx="305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포화도·용량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4566818" y="2340864"/>
            <a:ext cx="30580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6A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240건 / 60건</a:t>
            </a:r>
            <a:endParaRPr lang="en-US" sz="2400" dirty="0"/>
          </a:p>
        </p:txBody>
      </p:sp>
      <p:sp>
        <p:nvSpPr>
          <p:cNvPr id="16" name="Shape 13"/>
          <p:cNvSpPr/>
          <p:nvPr/>
        </p:nvSpPr>
        <p:spPr>
          <a:xfrm>
            <a:off x="8127797" y="1627632"/>
            <a:ext cx="3515258" cy="1481328"/>
          </a:xfrm>
          <a:prstGeom prst="roundRect">
            <a:avLst>
              <a:gd name="adj" fmla="val 4938"/>
            </a:avLst>
          </a:prstGeom>
          <a:solidFill>
            <a:srgbClr val="F6F6F5"/>
          </a:solidFill>
          <a:ln w="12700">
            <a:solidFill>
              <a:srgbClr val="F6F6F5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8356397" y="1755648"/>
            <a:ext cx="30580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356397" y="2029968"/>
            <a:ext cx="305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공정 4,992행 · 시험 300건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8356397" y="2340864"/>
            <a:ext cx="30580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6A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더미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32186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항목별 채점 결과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11296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2377440"/>
                <a:gridCol w="2377440"/>
                <a:gridCol w="23774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777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777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맞힌 건수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777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일치율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777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기준(90%)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3F4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포화도 (Y)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57 / 60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95.0%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통과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3F4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20시간 용량 (Z)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52 / 60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86.7%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3F4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저온 시동 · 유럽 규격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27 / 30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90.0%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통과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3F4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저온 시동 · 미국 규격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28 / 30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93.3%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F4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통과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2" name="Shape 18"/>
          <p:cNvSpPr/>
          <p:nvPr/>
        </p:nvSpPr>
        <p:spPr>
          <a:xfrm>
            <a:off x="548640" y="5468112"/>
            <a:ext cx="11094415" cy="402336"/>
          </a:xfrm>
          <a:prstGeom prst="roundRect">
            <a:avLst>
              <a:gd name="adj" fmla="val 18182"/>
            </a:avLst>
          </a:prstGeom>
          <a:solidFill>
            <a:srgbClr val="333F48"/>
          </a:solidFill>
          <a:ln w="12700">
            <a:solidFill>
              <a:srgbClr val="333F48"/>
            </a:solidFill>
            <a:prstDash val="solid"/>
          </a:ln>
        </p:spPr>
        <p:txBody>
          <a:bodyPr/>
          <a:p/>
        </p:txBody>
      </p:sp>
      <p:sp>
        <p:nvSpPr>
          <p:cNvPr id="23" name="Text 19"/>
          <p:cNvSpPr txBox="1"/>
          <p:nvPr/>
        </p:nvSpPr>
        <p:spPr>
          <a:xfrm>
            <a:off x="822960" y="5468112"/>
            <a:ext cx="1054577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주의 — 검증 표본이 60건이라 실제 현장에서 같은 수치가 나온다고 단정할 수 없다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unny_macbook/.claude/skills/sebang-deck/assets/sebang_wordmark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868680" cy="18580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572768" y="256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창원품질경영팀 · 임원 보고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창원품질경영팀 김경준 주임  ·  AI 포화도 예측  ·  발표 대본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545775" y="64008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7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/ 13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58368"/>
            <a:ext cx="110944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질문과 답변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152144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A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묻기 전에 한계를 먼저 밝히면 신뢰가 올라간다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664208"/>
            <a:ext cx="3515258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0D0CE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749808" y="1847088"/>
            <a:ext cx="31129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6A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Q1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2103120"/>
            <a:ext cx="31129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95%가 전체 점수인가요?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49808" y="2724912"/>
            <a:ext cx="3112922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포화도 기준입니다. 20시간 용량은 86.7%로 아직 기준 미달이며, 개선 항목으로 공개했습니다.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338218" y="1664208"/>
            <a:ext cx="3515258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0D0CE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4539386" y="1847088"/>
            <a:ext cx="31129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6A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Q2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39386" y="2103120"/>
            <a:ext cx="31129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 데이터는 어디서 오나요?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4539386" y="2724912"/>
            <a:ext cx="3112922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SPC에 입력되어 관리되는 공정 데이터를 사용합니다. SPC에서 바로 내려받을 수 없는 항목은 별도 수집 방법을 정해야 하며, 적용 전 확인 사항입니다.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8127797" y="1664208"/>
            <a:ext cx="3515258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0D0CE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8328965" y="1847088"/>
            <a:ext cx="31129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6A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Q3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8328965" y="2103120"/>
            <a:ext cx="31129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데이터에서도 95%인가요?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328965" y="2724912"/>
            <a:ext cx="3112922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333F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지금은 연습용 가상 데이터입니다. 실제 현장 데이터를 쌓아 같은 방식으로 다시 검증하겠습니다.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48640" y="5138928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333F48"/>
          </a:solidFill>
          <a:ln w="12700">
            <a:solidFill>
              <a:srgbClr val="333F48"/>
            </a:solidFill>
            <a:prstDash val="solid"/>
          </a:ln>
        </p:spPr>
        <p:txBody>
          <a:bodyPr/>
          <a:p/>
        </p:txBody>
      </p:sp>
      <p:sp>
        <p:nvSpPr>
          <p:cNvPr id="21" name="Text 18"/>
          <p:cNvSpPr txBox="1"/>
          <p:nvPr/>
        </p:nvSpPr>
        <p:spPr>
          <a:xfrm>
            <a:off x="822960" y="5138928"/>
            <a:ext cx="10545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모르는 것은 '아직 확인하지 못했다'고 답한다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임원 보고 발표 대본</dc:title>
  <dc:subject>PptxGenJS Presentation</dc:subject>
  <dc:creator>PptxGenJS</dc:creator>
  <cp:lastModifiedBy>PptxGenJS</cp:lastModifiedBy>
  <cp:revision>1</cp:revision>
  <dcterms:created xsi:type="dcterms:W3CDTF">2026-10-16T08:51:15Z</dcterms:created>
  <dcterms:modified xsi:type="dcterms:W3CDTF">2026-10-16T08:51:15Z</dcterms:modified>
</cp:coreProperties>
</file>